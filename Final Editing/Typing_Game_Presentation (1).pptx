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58" r:id="rId4"/>
    <p:sldId id="259" r:id="rId5"/>
    <p:sldId id="262" r:id="rId6"/>
    <p:sldId id="264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55354"/>
            <a:ext cx="7772400" cy="1470025"/>
          </a:xfrm>
        </p:spPr>
        <p:txBody>
          <a:bodyPr/>
          <a:lstStyle/>
          <a:p>
            <a:r>
              <a:rPr dirty="0"/>
              <a:t>Web-Based Typing Game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5636" y="2725378"/>
            <a:ext cx="8192728" cy="2877268"/>
          </a:xfrm>
        </p:spPr>
        <p:txBody>
          <a:bodyPr>
            <a:normAutofit lnSpcReduction="10000"/>
          </a:bodyPr>
          <a:lstStyle/>
          <a:p>
            <a:r>
              <a:rPr dirty="0"/>
              <a:t>Final Report Presentation</a:t>
            </a:r>
            <a:r>
              <a:rPr lang="en-US" dirty="0"/>
              <a:t> </a:t>
            </a:r>
          </a:p>
          <a:p>
            <a:r>
              <a:rPr lang="en-US" dirty="0"/>
              <a:t>By: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/>
              <a:t>Amjad A</a:t>
            </a:r>
            <a:r>
              <a:rPr lang="en-US" dirty="0"/>
              <a:t>lo</a:t>
            </a:r>
            <a:r>
              <a:rPr dirty="0"/>
              <a:t>qool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Amjad Alokla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Ali Hindawi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360"/>
            <a:ext cx="8229600" cy="5315001"/>
          </a:xfrm>
        </p:spPr>
        <p:txBody>
          <a:bodyPr>
            <a:noAutofit/>
          </a:bodyPr>
          <a:lstStyle/>
          <a:p>
            <a:r>
              <a:rPr sz="2700" dirty="0"/>
              <a:t>In today's digital age, typing proficiency is crucial for communication and productivity.</a:t>
            </a:r>
            <a:endParaRPr lang="en-US" sz="2700" dirty="0"/>
          </a:p>
          <a:p>
            <a:endParaRPr sz="2700" dirty="0"/>
          </a:p>
          <a:p>
            <a:r>
              <a:rPr sz="2700" dirty="0"/>
              <a:t>Many struggle with slow typing speeds, incorrect finger positioning, and frequent spelling errors.</a:t>
            </a:r>
            <a:endParaRPr lang="en-US" sz="2700" dirty="0"/>
          </a:p>
          <a:p>
            <a:endParaRPr sz="2700" dirty="0"/>
          </a:p>
          <a:p>
            <a:r>
              <a:rPr sz="2700" dirty="0"/>
              <a:t>Traditional typing lessons are often tedious, leading to disengagement and slow progress.</a:t>
            </a:r>
            <a:endParaRPr lang="en-US" sz="2700" dirty="0"/>
          </a:p>
          <a:p>
            <a:endParaRPr sz="2700" dirty="0"/>
          </a:p>
          <a:p>
            <a:r>
              <a:rPr sz="2700" dirty="0"/>
              <a:t>This project aims to enhance typing skills through an engaging and interactive web-based game.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Design and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Covers methods, tools, and technologies used for the game development.</a:t>
            </a:r>
          </a:p>
          <a:p>
            <a:endParaRPr dirty="0"/>
          </a:p>
          <a:p>
            <a:r>
              <a:rPr dirty="0"/>
              <a:t>Includes front-end and back-end development details.</a:t>
            </a:r>
          </a:p>
          <a:p>
            <a:endParaRPr dirty="0"/>
          </a:p>
          <a:p>
            <a:r>
              <a:rPr dirty="0"/>
              <a:t>Explores database management, infrastructure requirements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Methods and 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Front-End Development:</a:t>
            </a:r>
          </a:p>
          <a:p>
            <a:pPr lvl="1"/>
            <a:r>
              <a:rPr dirty="0"/>
              <a:t>HTML, CSS, JavaScript</a:t>
            </a:r>
          </a:p>
          <a:p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Back-End Development:</a:t>
            </a:r>
          </a:p>
          <a:p>
            <a:pPr lvl="1"/>
            <a:r>
              <a:rPr dirty="0"/>
              <a:t>Python Django, Django ORM</a:t>
            </a:r>
          </a:p>
          <a:p>
            <a:pPr lvl="1"/>
            <a:r>
              <a:rPr dirty="0"/>
              <a:t>REST APIs</a:t>
            </a:r>
          </a:p>
          <a:p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Development Environment:</a:t>
            </a:r>
          </a:p>
          <a:p>
            <a:pPr lvl="1"/>
            <a:r>
              <a:rPr dirty="0" err="1"/>
              <a:t>VSCode</a:t>
            </a:r>
            <a:r>
              <a:rPr dirty="0"/>
              <a:t>, Browser </a:t>
            </a:r>
            <a:r>
              <a:rPr dirty="0" err="1"/>
              <a:t>DevTools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Dependencies and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User Hardware: Assumes a keyboard-equipped device.</a:t>
            </a:r>
            <a:endParaRPr lang="en-US" dirty="0"/>
          </a:p>
          <a:p>
            <a:endParaRPr lang="en-US" dirty="0"/>
          </a:p>
          <a:p>
            <a:r>
              <a:rPr dirty="0"/>
              <a:t>Internet Connection: Required for game interactions.</a:t>
            </a:r>
          </a:p>
          <a:p>
            <a:endParaRPr dirty="0"/>
          </a:p>
          <a:p>
            <a:r>
              <a:rPr dirty="0"/>
              <a:t>Device Performance: Needs sufficient power for real-time animations.</a:t>
            </a:r>
            <a:endParaRPr lang="en-US" dirty="0"/>
          </a:p>
          <a:p>
            <a:endParaRPr lang="en-US" dirty="0"/>
          </a:p>
          <a:p>
            <a:r>
              <a:rPr lang="en-US" dirty="0"/>
              <a:t>Modern Browsers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Strengths and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Strengths:</a:t>
            </a:r>
          </a:p>
          <a:p>
            <a:pPr lvl="1"/>
            <a:r>
              <a:rPr dirty="0"/>
              <a:t>Engaging gameplay.</a:t>
            </a:r>
          </a:p>
          <a:p>
            <a:pPr lvl="1"/>
            <a:r>
              <a:rPr dirty="0"/>
              <a:t>Accessible across devices.</a:t>
            </a:r>
          </a:p>
          <a:p>
            <a:pPr lvl="1"/>
            <a:r>
              <a:rPr dirty="0"/>
              <a:t>Progress tracking.</a:t>
            </a:r>
          </a:p>
          <a:p>
            <a:endParaRPr dirty="0"/>
          </a:p>
          <a:p>
            <a:r>
              <a:rPr dirty="0"/>
              <a:t>Weaknesses:</a:t>
            </a:r>
          </a:p>
          <a:p>
            <a:pPr lvl="1"/>
            <a:r>
              <a:rPr dirty="0"/>
              <a:t>Limited graphics and animations.</a:t>
            </a:r>
          </a:p>
          <a:p>
            <a:pPr lvl="1"/>
            <a:r>
              <a:rPr dirty="0"/>
              <a:t>Potential server load issues.</a:t>
            </a:r>
          </a:p>
          <a:p>
            <a:pPr lvl="1"/>
            <a:r>
              <a:rPr dirty="0"/>
              <a:t>Assumes users have physical keyboards.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The game successfully improves typing skills through interactive gameplay.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Backend manages authentication, score tracking, and user progress.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224</Words>
  <Application>Microsoft Office PowerPoint</Application>
  <PresentationFormat>On-screen Show (4:3)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Web-Based Typing Game Project</vt:lpstr>
      <vt:lpstr>Overview</vt:lpstr>
      <vt:lpstr>Design and Implementation</vt:lpstr>
      <vt:lpstr>Methods and Tools Used</vt:lpstr>
      <vt:lpstr>Dependencies and Assumptions</vt:lpstr>
      <vt:lpstr>Strengths and Weaknesses</vt:lpstr>
      <vt:lpstr>Results and 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Amjad PY</cp:lastModifiedBy>
  <cp:revision>5</cp:revision>
  <dcterms:created xsi:type="dcterms:W3CDTF">2013-01-27T09:14:16Z</dcterms:created>
  <dcterms:modified xsi:type="dcterms:W3CDTF">2025-02-02T06:57:29Z</dcterms:modified>
  <cp:category/>
</cp:coreProperties>
</file>